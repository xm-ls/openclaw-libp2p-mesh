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02920"/>
            <a:ext cx="384048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393192"/>
            <a:ext cx="2697480" cy="384048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766E"/>
                </a:solidFill>
                <a:latin typeface="Aptos"/>
              </a:defRPr>
            </a:pPr>
            <a:r>
              <a:t>导师讲解封面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78992"/>
            <a:ext cx="987552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0F172A"/>
                </a:solidFill>
                <a:latin typeface="Aptos"/>
              </a:defRPr>
            </a:pPr>
            <a:r>
              <a:t>OpenClaw libp2p-mesh</a:t>
            </a:r>
            <a:br/>
            <a:r>
              <a:t>跨实例消息通信机制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9601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Aptos"/>
              </a:defRPr>
            </a:pPr>
            <a:r>
              <a:t>从飞书用户指令到 P2P 网络投递与远端可见消息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3703320"/>
            <a:ext cx="24871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3703320"/>
            <a:ext cx="73152" cy="117043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3867911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"/>
              </a:defRPr>
            </a:pPr>
            <a:r>
              <a:t>用户指令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4361688"/>
            <a:ext cx="2103120" cy="310896"/>
          </a:xfrm>
          <a:prstGeom prst="rect">
            <a:avLst/>
          </a:prstGeom>
          <a:noFill/>
        </p:spPr>
        <p:txBody>
          <a:bodyPr wrap="none" lIns="9144" rIns="9144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飞书中给 instanceId 发消息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35808" y="4288536"/>
            <a:ext cx="16459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28416" y="3703320"/>
            <a:ext cx="24871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8416" y="3703320"/>
            <a:ext cx="73152" cy="117043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867911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"/>
              </a:defRPr>
            </a:pPr>
            <a:r>
              <a:t>Agent 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4361688"/>
            <a:ext cx="2103120" cy="310896"/>
          </a:xfrm>
          <a:prstGeom prst="rect">
            <a:avLst/>
          </a:prstGeom>
          <a:noFill/>
        </p:spPr>
        <p:txBody>
          <a:bodyPr wrap="none" lIns="9144" rIns="9144">
            <a:spAutoFit/>
          </a:bodyPr>
          <a:lstStyle/>
          <a:p>
            <a:pPr>
              <a:defRPr sz="880">
                <a:solidFill>
                  <a:srgbClr val="475569"/>
                </a:solidFill>
                <a:latin typeface="Cascadia Mono"/>
              </a:defRPr>
            </a:pPr>
            <a:r>
              <a:t>p2p_send_instance_message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88736" y="4288536"/>
            <a:ext cx="16459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1344" y="3703320"/>
            <a:ext cx="24871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703320"/>
            <a:ext cx="73152" cy="117043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867911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"/>
              </a:defRPr>
            </a:pPr>
            <a:r>
              <a:t>P2P 网络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61688"/>
            <a:ext cx="2103120" cy="310896"/>
          </a:xfrm>
          <a:prstGeom prst="rect">
            <a:avLst/>
          </a:prstGeom>
          <a:noFill/>
        </p:spPr>
        <p:txBody>
          <a:bodyPr wrap="none" lIns="9144" rIns="9144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scadia Mono"/>
              </a:defRPr>
            </a:pPr>
            <a:r>
              <a:t>user-message / delivery-ack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41664" y="4288536"/>
            <a:ext cx="164591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34272" y="3703320"/>
            <a:ext cx="24871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4272" y="3703320"/>
            <a:ext cx="73152" cy="11704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867911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"/>
              </a:defRPr>
            </a:pPr>
            <a:r>
              <a:t>远端可见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361688"/>
            <a:ext cx="2103120" cy="310896"/>
          </a:xfrm>
          <a:prstGeom prst="rect">
            <a:avLst/>
          </a:prstGeom>
          <a:noFill/>
        </p:spPr>
        <p:txBody>
          <a:bodyPr wrap="none" lIns="9144" rIns="9144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投递到 Feishu channel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349240"/>
            <a:ext cx="141732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766E"/>
                </a:solidFill>
                <a:latin typeface="Cascadia Mono"/>
              </a:defRPr>
            </a:pPr>
            <a:r>
              <a:t>instanceId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42032" y="5349240"/>
            <a:ext cx="141732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766E"/>
                </a:solidFill>
                <a:latin typeface="Cascadia Mono"/>
              </a:defRPr>
            </a:pPr>
            <a:r>
              <a:t>InstanceRouter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5349240"/>
            <a:ext cx="141732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766E"/>
                </a:solidFill>
                <a:latin typeface="Cascadia Mono"/>
              </a:defRPr>
            </a:pPr>
            <a:r>
              <a:t>instance-peer.json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34924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6A34A"/>
                </a:solidFill>
                <a:latin typeface="Cascadia Mono"/>
              </a:defRPr>
            </a:pPr>
            <a:r>
              <a:t>delivery 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5349240"/>
            <a:ext cx="141732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766E"/>
                </a:solidFill>
                <a:latin typeface="Cascadia Mono"/>
              </a:defRPr>
            </a:pPr>
            <a:r>
              <a:t>NAT / relay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534924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C2626"/>
                </a:solidFill>
                <a:latin typeface="Cascadia Mono"/>
              </a:defRPr>
            </a:pPr>
            <a:r>
              <a:t>安全边界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62636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libp2p-mesh · OpenClaw 插件 · 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