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OpenClaw libp2p-mesh 跨实例消息通信机制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ptos"/>
              </a:defRPr>
            </a:pPr>
            <a:r>
              <a:t>从飞书用户指令到 P2P 网络投递与远端可见消息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概览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6479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2359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飞书中说：给某 instanceId 发消息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600200"/>
            <a:ext cx="73152" cy="12344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76479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P2P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130552"/>
            <a:ext cx="2359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libp2p 结构化消息跨实例传输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600200"/>
            <a:ext cx="73152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176479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远端可见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2130552"/>
            <a:ext cx="2359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投递到远端 Feishu channel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212848"/>
            <a:ext cx="86868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2212848"/>
            <a:ext cx="86868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65760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核心问题：用户指令如何触发 P2P？P2P 消息如何被远端用户看见？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关键机制：instanceId 路由、结构化消息、远端 channel 投递、delivery ACK。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概览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背景与目标：从 peerId 调试到 instanceId 通信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peerId 是 libp2p 网络层身份，不适合作为用户操作入口。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instanceId 是 OpenClaw 实例身份，更贴近用户和设备。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目标链路：用户指令 -&gt; Agent 工具 -&gt; P2P 网络 -&gt; 远端用户可见。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背景 /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417320"/>
            <a:ext cx="17373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0" y="1417320"/>
            <a:ext cx="73152" cy="11430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2168" y="1581912"/>
            <a:ext cx="13533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旧方式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1947672"/>
            <a:ext cx="1353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peerId 直发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偏调试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1417320"/>
            <a:ext cx="17373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0" y="141732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0968" y="1581912"/>
            <a:ext cx="13533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新方式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0968" y="1947672"/>
            <a:ext cx="1353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发信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面向用户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总体链路：用户 A 的一句话如何到达用户 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 A 飞书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指令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73351" y="2359152"/>
            <a:ext cx="29260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39112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39112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选工具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00984" y="2359152"/>
            <a:ext cx="29260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66744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1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InstanceRouter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1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查路由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8616" y="2359152"/>
            <a:ext cx="292608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94376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4376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5544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libp2p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5544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user-message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6248" y="2359152"/>
            <a:ext cx="292608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22008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22008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6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 Router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3176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入站处理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83879" y="2359152"/>
            <a:ext cx="29260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549640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0808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Feishu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50808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sendText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11512" y="2359152"/>
            <a:ext cx="29260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77272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77272" y="1874519"/>
            <a:ext cx="73152" cy="9601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78440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看见消息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3246120"/>
            <a:ext cx="14173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6A34A"/>
                </a:solidFill>
                <a:latin typeface="Cascadia Mono"/>
              </a:defRPr>
            </a:pPr>
            <a:r>
              <a:t>delivery-ack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57400" y="3429000"/>
            <a:ext cx="790956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0120" y="41605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成功标准不是“P2P 已发出”，而是远端 channel 投递成功并返回 ACK。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链路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用户指令如何触发 P2P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用户给出目标 instanceId 和原始消息内容。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Agent 主路径调用 p2p_send_instance_message({ instanceId, message })。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不再手动先查映射再调用 p2p_send_message。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p2p_send_message 保留为已知 peerId 的低层调试直发。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工具 /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25880"/>
            <a:ext cx="374903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325880"/>
            <a:ext cx="73152" cy="1005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36408" y="1490472"/>
            <a:ext cx="33649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飞书指令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1856231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给 fhl-enine@... 发送消息：今晚来吃饭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743200"/>
            <a:ext cx="374903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743200"/>
            <a:ext cx="73152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2907792"/>
            <a:ext cx="33649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工具调用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3273552"/>
            <a:ext cx="33649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p2p_send_instance_message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+ message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09760" y="2377440"/>
            <a:ext cx="0" cy="32004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instanceId 如何找到 peerId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路由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9047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mesh 启动 / peer 连接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1"/>
            <a:ext cx="2359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发送 instance-announce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132588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49047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本地路由表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56231"/>
            <a:ext cx="2359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instance-peer.json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132588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3648" y="149047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发送前解析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1856231"/>
            <a:ext cx="2359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-&gt; peerId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1901952"/>
            <a:ext cx="9601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60920" y="1901952"/>
            <a:ext cx="9601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154680"/>
            <a:ext cx="10058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映射表由插件自动维护，路径为 ~/.openclaw/libp2p/instance-peer.json。</a:t>
            </a:r>
          </a:p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查询工具：p2p_list_instances / p2p_resolve_instance。</a:t>
            </a:r>
          </a:p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用户不需要在配置中手写 peerId 映射。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路由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P2P 网络中传输的是结构化消息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73152" cy="2880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81912"/>
            <a:ext cx="30449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instance-announce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47672"/>
            <a:ext cx="30449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路由公告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/ peerId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multiaddrs / pubkey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73152" cy="2880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81912"/>
            <a:ext cx="30449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user-message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47672"/>
            <a:ext cx="30449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messageId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fromInstanceId / toInstanceId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text + reply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417320"/>
            <a:ext cx="73152" cy="28803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81912"/>
            <a:ext cx="30449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delivery-ack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1947672"/>
            <a:ext cx="30449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ackFor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ok true/false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error / inboundChannel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这三类消息把“发现、发送、确认”拆成清晰协议边界。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消息 /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用户如何看见 P2P 消息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投递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8191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远端收到 user-message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47672"/>
            <a:ext cx="1993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校验目标 instanceId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8768" y="158191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读取配置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947672"/>
            <a:ext cx="1993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inboundChannel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inboundTarget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58191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runtime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947672"/>
            <a:ext cx="1993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Feishu sendText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417320"/>
            <a:ext cx="20116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141732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0928" y="1581912"/>
            <a:ext cx="16276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用户看见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19476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普通文本消息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5468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0684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370332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当前实现不再 shell out 调 CLI，而是使用 OpenClaw runtime channel outbound adapter 完成投递。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投递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可靠投递：ACK、失败和超时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可靠性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25880"/>
            <a:ext cx="73152" cy="14630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90472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成功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56231"/>
            <a:ext cx="2816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远端 channel 投递成功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ok: true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325880"/>
            <a:ext cx="73152" cy="14630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490472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远端失败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856231"/>
            <a:ext cx="2816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配置缺失 / 权限失败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ok: false + 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325880"/>
            <a:ext cx="73152" cy="14630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490472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超时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856231"/>
            <a:ext cx="2816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deliveryAckTimeoutMs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ACK timeout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发送方维护 pending ACK map，导师可以把它理解为跨实例投递的闭环确认机制。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可靠性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新增工具能力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低层 peer：p2p_send_message / p2p_broadcast / p2p_list_peers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身份与网络：p2p_get_instance_identity / p2p_get_network_info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实例路由：p2p_list_instances / p2p_resolve_instance / p2p_send_instance_message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普通用户通信优先走 instance 工具，peer 工具主要用于调试。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工具 /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网络可达性增强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mDNS：局域网自动发现。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bootstrap：静态 peer 地址接入。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DHT：WAN peer discovery 与 pubkey registry。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NAT traversal / relay：提升跨 NAT 场景可达性。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网络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32588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0" y="1325880"/>
            <a:ext cx="73152" cy="21945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1490472"/>
            <a:ext cx="3273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libp2p 可达性层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856231"/>
            <a:ext cx="327355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AutoNAT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UPnP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Circuit Relay v2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DCUtR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安全边界与鲁棒性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4983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3444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99032"/>
            <a:ext cx="45994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允许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64792"/>
            <a:ext cx="459943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 文本作为普通消息转发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重复消息复用上次 ACK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失败原因回传给发送方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234440"/>
            <a:ext cx="4983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234440"/>
            <a:ext cx="73152" cy="35661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47688" y="1399032"/>
            <a:ext cx="45994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禁止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764792"/>
            <a:ext cx="459943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不把远端文本当系统提示词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不自动执行远端指令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不再使用 child_process shell 投递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边界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总结：三层闭环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73152" cy="2148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581912"/>
            <a:ext cx="28620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947672"/>
            <a:ext cx="28620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只需使用 instanceId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不理解 peerId 也能发消息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417320"/>
            <a:ext cx="73152" cy="2148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581912"/>
            <a:ext cx="28620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Agent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947672"/>
            <a:ext cx="28620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主工具清晰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p2p_send_instance_message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73152" cy="21488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581912"/>
            <a:ext cx="28620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网络层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947672"/>
            <a:ext cx="28620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自动路由公告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结构化消息 + 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后续方向：联系人别名、路由过期清理、受控自动回复、跨 NAT 可视化诊断。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总结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