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"/>
              </a:defRPr>
            </a:pPr>
            <a:r>
              <a:t>OpenClaw libp2p-mesh 跨实例消息通信机制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PPTX generator skeleton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84048"/>
            <a:ext cx="2240280" cy="310896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Aptos"/>
              </a:defRPr>
            </a:pPr>
            <a:r>
              <a:t>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Task 3 will replace this one-slide skeleton with the full 12-slide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概览 /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